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CrateDB Smart Grid Digital Twin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Industry-grade Digital Twin for utility companies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Real-time IoT + AI + SCADA architecture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Built for predictive maintenance and grid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Customer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Massive real-time sensor ingestion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Operational visibility across substations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Predictive maintenance requirements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Grid stability and outage prevention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Geo-distributed analytics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CrateDB as the core real-time analytics engine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EMQX for MQTT IoT ingestion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FastAPI AI layer for anomaly detection and forecasting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Vue + Quasar SCADA dashboard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Digital Twin simulation for the electrical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1000+ substations streaming sensor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Real-time ingestion via MQTT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CrateDB powering geo + time-series analytics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AI models for anomaly detection and forecasting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SCADA visualization and operational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Why CrateDB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Distributed SQL database optimized for time-series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Native geo-spatial support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High-ingestion performance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JSON document flexibility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Real-time analytics at utility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Digital Twin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Real-time transformer state modeling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Physics-based load flow simulation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Blackout propagation modeling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Health scoring and degradation analysis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Scenario-based what-if simulations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AI &amp;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Anomaly detection using Isolation Forest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Load forecasting models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Blackout risk prediction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Transformer lifetime prediction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Graph Neural Network for grid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SCADA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Real-time geo visualization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Alarm management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Transformer health overview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Predictive maintenance insights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Operational heatmaps and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Reduce unplanned outages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Improve asset utilization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Increase operational visibility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Lower maintenance costs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Enable next-generation smart grid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B478"/>
          </a:solidFill>
          <a:ln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</a:rPr>
              <a:t>CrateDB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Pilot deployment with customer substations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Integration with existing SCADA/IoT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Scale-out architecture planning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AI model customization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Production rollout and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